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71" r:id="rId3"/>
    <p:sldId id="257" r:id="rId4"/>
    <p:sldId id="258" r:id="rId5"/>
    <p:sldId id="275" r:id="rId6"/>
    <p:sldId id="272" r:id="rId7"/>
    <p:sldId id="259" r:id="rId8"/>
    <p:sldId id="273" r:id="rId9"/>
    <p:sldId id="274" r:id="rId10"/>
    <p:sldId id="260" r:id="rId11"/>
    <p:sldId id="261" r:id="rId12"/>
    <p:sldId id="265" r:id="rId13"/>
    <p:sldId id="262" r:id="rId14"/>
    <p:sldId id="269" r:id="rId15"/>
    <p:sldId id="263" r:id="rId16"/>
    <p:sldId id="270" r:id="rId17"/>
    <p:sldId id="26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7" d="100"/>
          <a:sy n="67" d="100"/>
        </p:scale>
        <p:origin x="126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7626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1352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4852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6782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993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509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868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7686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3869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327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5956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4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710" y="625033"/>
            <a:ext cx="6829723" cy="174454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BIG MART SALES PREDICTION USING MACHINE LEARNING</a:t>
            </a:r>
            <a:br>
              <a:rPr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br>
              <a:rPr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br>
              <a:rPr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b="1" i="1" u="none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671445"/>
            <a:ext cx="7346315" cy="4888865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charset="0"/>
                <a:cs typeface="Times New Roman" panose="02020603050405020304" charset="0"/>
              </a:rPr>
              <a:t>Machine Learning Project</a:t>
            </a:r>
          </a:p>
          <a:p>
            <a:r>
              <a:rPr b="1" dirty="0">
                <a:latin typeface="Times New Roman" panose="02020603050405020304" charset="0"/>
                <a:cs typeface="Times New Roman" panose="02020603050405020304" charset="0"/>
              </a:rPr>
              <a:t>Using Python</a:t>
            </a:r>
          </a:p>
          <a:p>
            <a:r>
              <a:rPr b="1" dirty="0">
                <a:latin typeface="Times New Roman" panose="02020603050405020304" charset="0"/>
                <a:cs typeface="Times New Roman" panose="02020603050405020304" charset="0"/>
              </a:rPr>
              <a:t>Regression-based Sales Forecasting</a:t>
            </a: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                                                       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         </a:t>
            </a:r>
            <a:r>
              <a:rPr lang="en-IN" b="1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GUIDE: S M ROY CHOUDRI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003843" y="4488427"/>
            <a:ext cx="2761615" cy="1506855"/>
          </a:xfrm>
          <a:prstGeom prst="rect">
            <a:avLst/>
          </a:prstGeom>
        </p:spPr>
        <p:style>
          <a:lnRef idx="2">
            <a:schemeClr val="accent5"/>
          </a:lnRef>
          <a:fillRef idx="2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TEAM MEMBERS: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M.NAGA SRI POOJITHA</a:t>
            </a:r>
          </a:p>
          <a:p>
            <a:pPr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M.JAYA SIMHA</a:t>
            </a:r>
          </a:p>
          <a:p>
            <a:pPr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M.THANUSHA</a:t>
            </a:r>
          </a:p>
          <a:p>
            <a:pPr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L.HARI KRISHNA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D71A7-E14B-4CA1-D710-095786C3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328" y="1169135"/>
            <a:ext cx="6571343" cy="1049235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6A6E2-34BB-019F-9499-B0326C2EE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4099317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97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3608"/>
            <a:ext cx="8229600" cy="1315720"/>
          </a:xfrm>
        </p:spPr>
        <p:txBody>
          <a:bodyPr/>
          <a:lstStyle/>
          <a:p>
            <a:pPr algn="ctr"/>
            <a:r>
              <a:rPr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16480"/>
            <a:ext cx="8229600" cy="3811270"/>
          </a:xfrm>
        </p:spPr>
        <p:txBody>
          <a:bodyPr/>
          <a:lstStyle/>
          <a:p>
            <a:r>
              <a:rPr b="1" dirty="0">
                <a:latin typeface="Times New Roman" panose="02020603050405020304" charset="0"/>
                <a:cs typeface="Times New Roman" panose="02020603050405020304" charset="0"/>
              </a:rPr>
              <a:t>Sales prediction helps retailers plan inventory</a:t>
            </a:r>
          </a:p>
          <a:p>
            <a:r>
              <a:rPr b="1" dirty="0">
                <a:latin typeface="Times New Roman" panose="02020603050405020304" charset="0"/>
                <a:cs typeface="Times New Roman" panose="02020603050405020304" charset="0"/>
              </a:rPr>
              <a:t>Machine Learning improves accuracy</a:t>
            </a:r>
          </a:p>
          <a:p>
            <a:r>
              <a:rPr b="1" dirty="0">
                <a:latin typeface="Times New Roman" panose="02020603050405020304" charset="0"/>
                <a:cs typeface="Times New Roman" panose="02020603050405020304" charset="0"/>
              </a:rPr>
              <a:t>Big Mart dataset is widely used for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033" y="856528"/>
            <a:ext cx="8229600" cy="1119782"/>
          </a:xfrm>
        </p:spPr>
        <p:txBody>
          <a:bodyPr>
            <a:normAutofit fontScale="90000"/>
          </a:bodyPr>
          <a:lstStyle/>
          <a:p>
            <a:r>
              <a:rPr sz="40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Problem Statement</a:t>
            </a:r>
            <a:br>
              <a:rPr lang="en-IN" sz="4000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sz="4000" u="none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019" y="2245489"/>
            <a:ext cx="8229600" cy="569139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sales of products across Big Mart outlets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factors affecting sales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business uncertainty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DCF1-81CD-0239-EFE6-26F621FBE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111170"/>
            <a:ext cx="6571343" cy="74258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F4819-75AF-0B54-8359-3DD5DC021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4037826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Mart Sales dataset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FEATURES-                  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Item_weight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Item_Fat_Content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Item_MRP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Outlet_size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Outlet_Location_Type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TARGET VARIABLE-</a:t>
            </a:r>
          </a:p>
          <a:p>
            <a:pPr algn="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Item_Outlet_Sales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20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D537-FE21-8802-714B-1C12336D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972273"/>
            <a:ext cx="6571343" cy="88148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B639D-17F4-CE8E-63F9-0618BAD16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Statistical Models-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Approaches-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Regressor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998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8768" y="879677"/>
            <a:ext cx="9581536" cy="1458410"/>
          </a:xfrm>
        </p:spPr>
        <p:txBody>
          <a:bodyPr/>
          <a:lstStyle/>
          <a:p>
            <a:pPr algn="ctr"/>
            <a:r>
              <a:rPr sz="40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890" y="2071868"/>
            <a:ext cx="8229600" cy="631013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historical sales data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cleaning &amp; visualization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Train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sales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2AFE-7B04-BBA5-15B1-54BBFEFBE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134319"/>
            <a:ext cx="6571343" cy="71943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DD878-0153-1B24-4A75-91DB22463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Analysis(EDA)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552954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CB94-E7FA-4DB8-247D-27C16E62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537" y="1041722"/>
            <a:ext cx="6571343" cy="874549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A253-1A18-F503-9068-FB99BDE24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Python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Pandas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Matplotlib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Seaborn</a:t>
            </a:r>
          </a:p>
        </p:txBody>
      </p:sp>
    </p:spTree>
    <p:extLst>
      <p:ext uri="{BB962C8B-B14F-4D97-AF65-F5344CB8AC3E}">
        <p14:creationId xmlns:p14="http://schemas.microsoft.com/office/powerpoint/2010/main" val="22068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922" y="980696"/>
            <a:ext cx="8229600" cy="58261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technologies</a:t>
            </a:r>
            <a:endParaRPr b="1" u="none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026" y="2071868"/>
            <a:ext cx="8229600" cy="653238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ALGORITHMS: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Linear Regression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Random Forest Regressor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Jupter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Google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33" y="1169043"/>
            <a:ext cx="9042367" cy="682906"/>
          </a:xfrm>
        </p:spPr>
        <p:txBody>
          <a:bodyPr>
            <a:normAutofit/>
          </a:bodyPr>
          <a:lstStyle/>
          <a:p>
            <a:pPr algn="ctr"/>
            <a:r>
              <a:rPr lang="en-IN"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37143"/>
            <a:ext cx="6571343" cy="3429203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 Mart sales dataset is loaded using Python.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the data are cleaned properly.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are selected for prediction.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data is converted into numerical form.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split into training and testing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are trained on the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checked using R² score.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Regression gives the best results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1121" y="966498"/>
            <a:ext cx="6571343" cy="1049235"/>
          </a:xfrm>
        </p:spPr>
        <p:txBody>
          <a:bodyPr/>
          <a:lstStyle/>
          <a:p>
            <a:r>
              <a:rPr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Histograms for sales distribution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plots for outlet types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for correlation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1134319"/>
            <a:ext cx="6571343" cy="1244053"/>
          </a:xfrm>
        </p:spPr>
        <p:txBody>
          <a:bodyPr/>
          <a:lstStyle/>
          <a:p>
            <a:pPr algn="ctr"/>
            <a:r>
              <a:rPr lang="en-IN"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MODEL EVALUATION</a:t>
            </a:r>
            <a:endParaRPr b="1" u="none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Score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Error(MSE)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Squared Error(RMSE)</a:t>
            </a:r>
          </a:p>
          <a:p>
            <a:pPr marL="0" indent="0"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064871"/>
            <a:ext cx="6571343" cy="788884"/>
          </a:xfrm>
        </p:spPr>
        <p:txBody>
          <a:bodyPr>
            <a:normAutofit/>
          </a:bodyPr>
          <a:lstStyle/>
          <a:p>
            <a:pPr algn="ctr"/>
            <a:r>
              <a:rPr sz="36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performed better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sales predictions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insights for business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053295"/>
            <a:ext cx="7544736" cy="625033"/>
          </a:xfrm>
        </p:spPr>
        <p:txBody>
          <a:bodyPr/>
          <a:lstStyle/>
          <a:p>
            <a:r>
              <a:rPr lang="en-IN"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ADVANTAGES</a:t>
            </a:r>
            <a:endParaRPr b="1" u="none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Sales Prediction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Inventory Planning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Business risk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182" y="1095375"/>
            <a:ext cx="7346548" cy="1282998"/>
          </a:xfrm>
        </p:spPr>
        <p:txBody>
          <a:bodyPr>
            <a:noAutofit/>
          </a:bodyPr>
          <a:lstStyle/>
          <a:p>
            <a:pPr algn="ctr"/>
            <a:r>
              <a:rPr b="1" u="none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Models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nclude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time data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using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022" y="1257299"/>
            <a:ext cx="6571343" cy="1121073"/>
          </a:xfrm>
        </p:spPr>
        <p:txBody>
          <a:bodyPr/>
          <a:lstStyle/>
          <a:p>
            <a:pPr algn="ctr"/>
            <a:r>
              <a:rPr lang="en-IN" b="1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cONCLUSION</a:t>
            </a:r>
            <a:endParaRPr b="1" u="none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improves sales forecasting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gives best results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retail Decision Making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163</TotalTime>
  <Words>371</Words>
  <Application>Microsoft Office PowerPoint</Application>
  <PresentationFormat>On-screen Show (4:3)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Gill Sans MT</vt:lpstr>
      <vt:lpstr>Times New Roman</vt:lpstr>
      <vt:lpstr>Gallery</vt:lpstr>
      <vt:lpstr>BIG MART SALES PREDICTION USING MACHINE LEARNING   </vt:lpstr>
      <vt:lpstr>Table of content</vt:lpstr>
      <vt:lpstr>Introduction</vt:lpstr>
      <vt:lpstr>Problem Statement </vt:lpstr>
      <vt:lpstr>DATASET DESCRIPTION</vt:lpstr>
      <vt:lpstr>Literature survey</vt:lpstr>
      <vt:lpstr>Objectives</vt:lpstr>
      <vt:lpstr>METHODOLOGY</vt:lpstr>
      <vt:lpstr>                    TOOLS</vt:lpstr>
      <vt:lpstr>technologies</vt:lpstr>
      <vt:lpstr>IMPLEMENTATION</vt:lpstr>
      <vt:lpstr>Data Visualization</vt:lpstr>
      <vt:lpstr>MODEL EVALUATION</vt:lpstr>
      <vt:lpstr>Results</vt:lpstr>
      <vt:lpstr>                 ADVANTAGES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dc:description>generated using python-pptx</dc:description>
  <cp:lastModifiedBy>HEMA SRI</cp:lastModifiedBy>
  <cp:revision>23</cp:revision>
  <dcterms:created xsi:type="dcterms:W3CDTF">2013-01-27T09:14:00Z</dcterms:created>
  <dcterms:modified xsi:type="dcterms:W3CDTF">2025-12-20T07:44:04Z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C4209179AB3B4F44A114AF1731705757_12</vt:lpwstr>
  </property>
  <property fmtid="{D5CDD505-2E9C-101B-9397-08002B2CF9AE}" pid="3" name="KSOProductBuildVer">
    <vt:lpwstr>1033-12.2.0.23155</vt:lpwstr>
  </property>
</Properties>
</file>